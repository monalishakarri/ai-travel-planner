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7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68" r:id="rId12"/>
    <p:sldId id="2146847055" r:id="rId13"/>
    <p:sldId id="269" r:id="rId14"/>
    <p:sldId id="2146847058" r:id="rId15"/>
    <p:sldId id="2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466EFC-1F62-CA2C-07B1-96111B302B1B}" v="154" dt="2023-11-22T13:37:01.483"/>
    <p1510:client id="{47C7BCB7-7546-3717-E035-B2126C89CD1A}" v="2" dt="2023-11-22T12:55:27.3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E254F1-4415-47BF-9E91-C5D4B9A3335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184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2/26/2026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2/26/2026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2/26/2026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2/26/2026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2/26/2026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" TargetMode="External"/><Relationship Id="rId7" Type="http://schemas.openxmlformats.org/officeDocument/2006/relationships/hyperlink" Target="https://docs.python.org/3/" TargetMode="External"/><Relationship Id="rId2" Type="http://schemas.openxmlformats.org/officeDocument/2006/relationships/hyperlink" Target="https://pandas.pydata.org/doc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ython-visualization.github.io/folium/" TargetMode="External"/><Relationship Id="rId5" Type="http://schemas.openxmlformats.org/officeDocument/2006/relationships/hyperlink" Target="https://scikit-learn.org/stable/modules/generated/sklearn.preprocessing.StandardScaler.html" TargetMode="External"/><Relationship Id="rId4" Type="http://schemas.openxmlformats.org/officeDocument/2006/relationships/hyperlink" Target="https://scikit-learn.org/stable/modules/clustering.html#k-means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6560" y="4058588"/>
            <a:ext cx="9495819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Name-  K.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Monalisha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Srivenu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Name-  Sasi Institute Of Technology &amp; Engineering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Department- CSE-AIML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r>
              <a:rPr lang="en-US" sz="2000" dirty="0">
                <a:latin typeface="Arial"/>
                <a:ea typeface="+mn-lt"/>
                <a:cs typeface="Arial"/>
              </a:rPr>
              <a:t>(Should not include solution)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Proposed System/Solution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(Technology Used) </a:t>
            </a:r>
            <a:endParaRPr lang="en-US" dirty="0">
              <a:latin typeface="Arial"/>
              <a:ea typeface="+mn-lt"/>
              <a:cs typeface="+mn-lt"/>
            </a:endParaRPr>
          </a:p>
          <a:p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.</a:t>
            </a:r>
            <a:endParaRPr lang="en-IN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BC1EC7-083B-6D0C-2956-317D435932E8}"/>
              </a:ext>
            </a:extLst>
          </p:cNvPr>
          <p:cNvSpPr txBox="1"/>
          <p:nvPr/>
        </p:nvSpPr>
        <p:spPr>
          <a:xfrm>
            <a:off x="709982" y="1506682"/>
            <a:ext cx="948349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</a:t>
            </a:r>
            <a:r>
              <a:rPr lang="en-US" sz="2400" dirty="0"/>
              <a:t> planning is time-consuming for students.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Limited budget and time constraints.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Existing apps provide generic recommendations.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Need personalized and budget-optimized travel plans.</a:t>
            </a: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endParaRPr lang="en-IN" sz="16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390473-59AD-09CA-67FF-C2F4421C3E59}"/>
              </a:ext>
            </a:extLst>
          </p:cNvPr>
          <p:cNvSpPr txBox="1"/>
          <p:nvPr/>
        </p:nvSpPr>
        <p:spPr>
          <a:xfrm>
            <a:off x="964334" y="1617674"/>
            <a:ext cx="826094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based travel recommendation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clustering to group places by cost &amp; rating.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day-wise itinerary within 8-hour limit.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map visualization using Folium.</a:t>
            </a:r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614F04E-6F49-1ECF-2A47-F63BBF04A3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8001" y="2001848"/>
            <a:ext cx="7960590" cy="2693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 Pandas, Scikit-learn, Folium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Algorithm: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KMeans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Clustering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Indian tourist places with coordinates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6B1088C-89EA-3F94-B807-2B09819E8A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661620"/>
            <a:ext cx="8469290" cy="4124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dirty="0"/>
              <a:t>1. Load &amp; clean dataset.</a:t>
            </a:r>
          </a:p>
          <a:p>
            <a:r>
              <a:rPr lang="en-IN" sz="2000" dirty="0"/>
              <a:t>2. Estimate visit time based on entrance fee.</a:t>
            </a:r>
          </a:p>
          <a:p>
            <a:r>
              <a:rPr lang="en-IN" sz="2000" dirty="0"/>
              <a:t>3. Scale features &amp; train </a:t>
            </a:r>
            <a:r>
              <a:rPr lang="en-IN" sz="2000" dirty="0" err="1"/>
              <a:t>KMeans</a:t>
            </a:r>
            <a:r>
              <a:rPr lang="en-IN" sz="2000" dirty="0"/>
              <a:t> model.</a:t>
            </a:r>
          </a:p>
          <a:p>
            <a:r>
              <a:rPr lang="en-IN" sz="2000" dirty="0"/>
              <a:t>4. Take user input (location, days, budget).</a:t>
            </a:r>
          </a:p>
          <a:p>
            <a:r>
              <a:rPr lang="en-IN" sz="2000" dirty="0"/>
              <a:t>5. Predict suitable cluster.</a:t>
            </a:r>
          </a:p>
          <a:p>
            <a:r>
              <a:rPr lang="en-IN" sz="2000" dirty="0"/>
              <a:t>6. Generate day-wise plan within 8 hrs &amp; budget.</a:t>
            </a:r>
          </a:p>
          <a:p>
            <a:r>
              <a:rPr lang="en-IN" sz="2000" dirty="0"/>
              <a:t>7. Create map (travel_plan_map.html).</a:t>
            </a:r>
          </a:p>
          <a:p>
            <a:r>
              <a:rPr lang="en-IN" sz="2000" dirty="0"/>
              <a:t>Deployment: </a:t>
            </a:r>
            <a:r>
              <a:rPr lang="en-IN" sz="2000" dirty="0" err="1"/>
              <a:t>Streamlit</a:t>
            </a:r>
            <a:r>
              <a:rPr lang="en-IN" sz="2000" dirty="0"/>
              <a:t> Web App.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ACDFCCA-3998-2A0E-AE71-80AFE8A15F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251852"/>
            <a:ext cx="8677108" cy="2262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itinerary generated.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utilization summary displayed.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Day-wise optimized planning.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map visualization.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3716783"/>
          </a:xfrm>
        </p:spPr>
        <p:txBody>
          <a:bodyPr>
            <a:normAutofit/>
          </a:bodyPr>
          <a:lstStyle/>
          <a:p>
            <a:r>
              <a:rPr lang="en-US" sz="2000" dirty="0"/>
              <a:t>Combines ML clustering + rule-based scheduling.</a:t>
            </a:r>
          </a:p>
          <a:p>
            <a:r>
              <a:rPr lang="en-US" sz="2000" dirty="0"/>
              <a:t>Helps students plan affordable trips.</a:t>
            </a:r>
          </a:p>
          <a:p>
            <a:r>
              <a:rPr lang="en-US" sz="2000" dirty="0"/>
              <a:t>Improves planning efficiency.</a:t>
            </a:r>
          </a:p>
          <a:p>
            <a:pPr marL="305435" indent="-305435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BCE0E30-F38C-D82A-6AE5-ECF63EAB5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933" y="1012209"/>
            <a:ext cx="8874222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 &amp; transport booking integration.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weather &amp; traffic updates.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development.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AI recommendations.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D2D77B8-8877-FCF6-0F68-41E73EFD1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1511"/>
            <a:ext cx="18473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8DAA4C-CA4D-ED12-DE1B-8F20149BF81D}"/>
              </a:ext>
            </a:extLst>
          </p:cNvPr>
          <p:cNvSpPr txBox="1"/>
          <p:nvPr/>
        </p:nvSpPr>
        <p:spPr>
          <a:xfrm>
            <a:off x="581192" y="1391920"/>
            <a:ext cx="856280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Documentation – Data Analysis and Manipulation Tool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https://pandas.pydata.org/docs/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Documentation – Machine Learning in Python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https://scikit-learn.org/stable/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KMeans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Clustering – scikit-learn User Guide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https://scikit-learn.org/stable/modules/clustering.html#k-means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scikit-learn Preprocessing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https://scikit-learn.org/stable/modules/generated/sklearn.preprocessing.StandardScaler.html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Folium Documentation – Python Data Visualization on Maps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https://python-visualization.github.io/folium/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Official Documentation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https://docs.python.org/3/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18F4-90FF-869B-D16A-31F40314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link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8B4D2-2154-F20B-F64F-A6097D21B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Github</a:t>
            </a:r>
            <a:r>
              <a:rPr lang="en-IN" dirty="0"/>
              <a:t> Link :https://github.com/</a:t>
            </a:r>
            <a:r>
              <a:rPr lang="en-IN" dirty="0" err="1"/>
              <a:t>monalishakarri</a:t>
            </a:r>
            <a:r>
              <a:rPr lang="en-IN"/>
              <a:t>/ai-travel-planner</a:t>
            </a:r>
            <a:endParaRPr lang="en-IN" dirty="0"/>
          </a:p>
          <a:p>
            <a:r>
              <a:rPr lang="en-IN" dirty="0"/>
              <a:t>Deployment Link: </a:t>
            </a:r>
            <a:r>
              <a:rPr lang="en-IN" dirty="0" err="1"/>
              <a:t>Streamlit</a:t>
            </a:r>
            <a:r>
              <a:rPr lang="en-IN" dirty="0"/>
              <a:t> or </a:t>
            </a:r>
            <a:r>
              <a:rPr lang="en-IN" dirty="0" err="1"/>
              <a:t>gradio</a:t>
            </a:r>
            <a:r>
              <a:rPr lang="en-IN" dirty="0"/>
              <a:t>  links</a:t>
            </a:r>
          </a:p>
        </p:txBody>
      </p:sp>
    </p:spTree>
    <p:extLst>
      <p:ext uri="{BB962C8B-B14F-4D97-AF65-F5344CB8AC3E}">
        <p14:creationId xmlns:p14="http://schemas.microsoft.com/office/powerpoint/2010/main" val="1995909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1118</TotalTime>
  <Words>416</Words>
  <Application>Microsoft Office PowerPoint</Application>
  <PresentationFormat>Widescreen</PresentationFormat>
  <Paragraphs>87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Franklin Gothic Book</vt:lpstr>
      <vt:lpstr>Franklin Gothic Demi</vt:lpstr>
      <vt:lpstr>Times New Roman</vt:lpstr>
      <vt:lpstr>Wingdings 2</vt:lpstr>
      <vt:lpstr>DividendVTI</vt:lpstr>
      <vt:lpstr>Project title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Conclusion</vt:lpstr>
      <vt:lpstr>PowerPoint Presentation</vt:lpstr>
      <vt:lpstr>References</vt:lpstr>
      <vt:lpstr>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bhargavi jalluri</cp:lastModifiedBy>
  <cp:revision>40</cp:revision>
  <dcterms:created xsi:type="dcterms:W3CDTF">2021-05-26T16:50:10Z</dcterms:created>
  <dcterms:modified xsi:type="dcterms:W3CDTF">2026-02-26T07:50:11Z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